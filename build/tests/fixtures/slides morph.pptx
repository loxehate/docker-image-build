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80" d="100"/>
          <a:sy n="180" d="100"/>
        </p:scale>
        <p:origin x="13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0DB55-EF88-4D00-815E-88BEEF1C369C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06A22-A8CB-4E22-A5AB-4F5F1021EA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74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Sentence 0</a:t>
            </a:r>
          </a:p>
          <a:p>
            <a:endParaRPr lang="en-GB" dirty="0"/>
          </a:p>
          <a:p>
            <a:r>
              <a:rPr lang="en-GB" dirty="0"/>
              <a:t>Sentence 1</a:t>
            </a:r>
          </a:p>
          <a:p>
            <a:endParaRPr lang="en-GB" dirty="0"/>
          </a:p>
          <a:p>
            <a:r>
              <a:rPr lang="en-GB" dirty="0"/>
              <a:t>Sentence 2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06A22-A8CB-4E22-A5AB-4F5F1021EA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824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C6D2-05F9-2807-1CB7-8FDC9C2B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2D8E9-B1BA-EAAE-16AE-5512AACE2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18767-F47C-0C7D-20D8-9ED4E40E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Sentence 0</a:t>
            </a:r>
          </a:p>
          <a:p>
            <a:endParaRPr lang="en-GB" dirty="0"/>
          </a:p>
          <a:p>
            <a:r>
              <a:rPr lang="en-GB" dirty="0"/>
              <a:t>Sentence 1</a:t>
            </a:r>
          </a:p>
          <a:p>
            <a:endParaRPr lang="en-GB" dirty="0"/>
          </a:p>
          <a:p>
            <a:r>
              <a:rPr lang="en-GB" dirty="0"/>
              <a:t>Sentence 2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A007E-F887-D5DE-4586-61D3EC18D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06A22-A8CB-4E22-A5AB-4F5F1021EA7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719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9D24-7DE4-4F48-05B7-B9B5493DF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95703-2B4E-9281-EF95-1CBCBB700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AE335-4D35-36E5-EBE1-6447C016E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808C5-048E-0B14-EB16-9699E5C2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603AB-D468-0B24-39CF-9B7C9652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24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CCF2-E959-25B8-DC93-C95B732F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2CFFA-E5FF-1986-9642-15F46857F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DB6F7-9812-E290-AE9D-1BCB55F3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98BF5-987B-8C1F-652B-8D7D6CCF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D6359-798A-20B5-9255-2623D055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10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4EEF-9349-CC57-0916-DFA30ABA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ED46E-16B5-263E-8EA6-DBCC34B3D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9FAD0-1CE9-B67F-5C3D-8A9D42CC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CEA39-0820-96AC-9605-AD86441C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7BD4-655B-7F90-6349-873B4A5E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96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0592-840D-8D66-B012-B75FF03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E612-27AB-BE61-3358-2EE4CAAF1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825A8-6D6D-A6B2-4AA7-5900F4880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B7F0A-7091-5D99-8BC9-807A3C4D8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EA547-BEE1-D39A-3F4D-85B79A4B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5E6B4-773F-DAD7-5F51-0C828C0A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54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8AB6-8D4B-17F7-EFB8-008193FC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66529-57E0-7040-9E1C-BD45864D2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B0C0D-73B2-832E-592E-72EC4102E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B5126-CA74-B2A4-1C5F-ECC8DC20B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9EAC-3B57-0CA4-76C5-9D244690E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51493-D6D4-A7A4-B9B9-FD342EC9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76DB5-5B2C-5425-DAA8-A37A17C2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FB37D-033F-B718-D868-E446DA17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43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B26B-FE75-E440-2811-02BD35C2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C400C-AD03-A683-3ED6-5D0460331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7C2F1-3E80-A3E5-4BCA-AE636845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3E500-D2EA-9483-D279-7CFB2C28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748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45E6A-C61C-5EE0-F5A8-5617D50E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16C12-B5DF-685E-D00E-C984A814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C5981-E665-50F1-C4F3-AEB98B89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73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5F06-3FA3-2506-0E47-540CE60C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85A3-7E5F-F1A6-9C6D-9FF3DCD8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08DC1-C400-9536-1D6A-0B16C7541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54163-BF20-A181-5559-F82012D08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5630B-8B7D-2FB4-FCB0-40FDA55D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E064B-4648-5B85-630E-3B2A5003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23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ACD0-93F3-74D1-ACEB-74470B9D2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F010A-58F9-3661-E95A-CFAD75E8D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7A37A-0A95-908F-EA7B-AF98992FE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8E89F-D670-1DC0-A9FF-F4D5B843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C723D-D38F-CC3A-C74B-734A97C3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048D1-5281-170B-F0DC-D14C5255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61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E7CF-6C24-E2C1-2927-DB908AF9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C5495-22CC-01C5-3767-9164F8024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36BA-31F4-ABEE-D783-C4C033D5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AF564-4B4A-73A7-0EF5-A4CF0CE4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6FD0D-9829-FB58-5B39-746858BB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05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6B7AF1-2AE8-3EFC-8D0E-DE32CCF65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F4D0F-9C15-4169-E3F7-7CF70C93D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6F9AF-7372-B15B-2262-1A8A8D69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32D5D-4CB3-1EC6-26D6-930EC69E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62643-005E-512A-5AB9-9A221831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30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46FC0-F541-0D1A-3716-1C88911A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FF060-DEC4-019D-B578-41EB3981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56EF8-5F8A-7AC2-140D-C9A5850D4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2036B-9DF8-4FD4-84B6-AFD447583EA5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38759-65AD-1141-6252-84D4709FC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21A8A-F8DF-A36C-8776-F3AC1FF53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BFB48-3835-40AF-BEA0-66B87E7E3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92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: 5 Points 3">
            <a:extLst>
              <a:ext uri="{FF2B5EF4-FFF2-40B4-BE49-F238E27FC236}">
                <a16:creationId xmlns:a16="http://schemas.microsoft.com/office/drawing/2014/main" id="{7D8B77AF-DACD-8EC3-4209-808E15F83C93}"/>
              </a:ext>
            </a:extLst>
          </p:cNvPr>
          <p:cNvSpPr/>
          <p:nvPr/>
        </p:nvSpPr>
        <p:spPr>
          <a:xfrm>
            <a:off x="813587" y="3931050"/>
            <a:ext cx="1880804" cy="160778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09DBC73-ED8D-4117-7DBC-442E6DBA6DA0}"/>
              </a:ext>
            </a:extLst>
          </p:cNvPr>
          <p:cNvSpPr/>
          <p:nvPr/>
        </p:nvSpPr>
        <p:spPr>
          <a:xfrm>
            <a:off x="5687759" y="1419077"/>
            <a:ext cx="1880804" cy="160778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4F572209-0142-A27F-71A0-2E62B8ADAFE8}"/>
              </a:ext>
            </a:extLst>
          </p:cNvPr>
          <p:cNvSpPr/>
          <p:nvPr/>
        </p:nvSpPr>
        <p:spPr>
          <a:xfrm>
            <a:off x="9466228" y="4389563"/>
            <a:ext cx="1880804" cy="160778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17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">
        <p159:morph option="byObject"/>
      </p:transition>
    </mc:Choice>
    <mc:Fallback>
      <p:transition spd="slow" advTm="3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C3C3-7355-4C9D-B142-7EB35BE5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: 5 Points 3">
            <a:extLst>
              <a:ext uri="{FF2B5EF4-FFF2-40B4-BE49-F238E27FC236}">
                <a16:creationId xmlns:a16="http://schemas.microsoft.com/office/drawing/2014/main" id="{F005CAED-9B5F-C4B5-5C78-7ED847BA9570}"/>
              </a:ext>
            </a:extLst>
          </p:cNvPr>
          <p:cNvSpPr/>
          <p:nvPr/>
        </p:nvSpPr>
        <p:spPr>
          <a:xfrm>
            <a:off x="2443251" y="472586"/>
            <a:ext cx="1880804" cy="160778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FFC7941C-F724-9494-B8CC-B4F7A35A5795}"/>
              </a:ext>
            </a:extLst>
          </p:cNvPr>
          <p:cNvSpPr/>
          <p:nvPr/>
        </p:nvSpPr>
        <p:spPr>
          <a:xfrm>
            <a:off x="3285935" y="4487397"/>
            <a:ext cx="1880804" cy="160778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789CB34F-0799-3718-B0D7-43A6A0DC411F}"/>
              </a:ext>
            </a:extLst>
          </p:cNvPr>
          <p:cNvSpPr/>
          <p:nvPr/>
        </p:nvSpPr>
        <p:spPr>
          <a:xfrm>
            <a:off x="6141876" y="2117787"/>
            <a:ext cx="1880804" cy="160778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649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">
        <p159:morph option="byObject"/>
      </p:transition>
    </mc:Choice>
    <mc:Fallback>
      <p:transition spd="slow" advTm="3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14</Words>
  <Application>Microsoft Office PowerPoint</Application>
  <PresentationFormat>Widescreen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</dc:title>
  <dc:creator>Pierre Gronlier</dc:creator>
  <cp:lastModifiedBy>Pierre Gronlier</cp:lastModifiedBy>
  <cp:revision>22</cp:revision>
  <dcterms:created xsi:type="dcterms:W3CDTF">2023-12-03T14:10:34Z</dcterms:created>
  <dcterms:modified xsi:type="dcterms:W3CDTF">2026-07-20T22:53:36Z</dcterms:modified>
</cp:coreProperties>
</file>