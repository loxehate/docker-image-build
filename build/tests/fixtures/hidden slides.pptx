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0 (visible)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 (hidden)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 (hidden)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 (visible)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